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A44F04-BD08-4D1E-8635-55F3861D0C83}" v="657" dt="2025-09-16T15:31:17.074"/>
    <p1510:client id="{F6854C5F-74FB-4B25-B216-C7C73A95E3C8}" v="1070" dt="2025-09-16T15:35:09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5CB12-3EC9-CB47-939E-9E279F4F3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96E5E-F7FA-D045-2E04-D2EB77C31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7B573-5F04-A70B-5E48-4B6FA42B6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C32C-0A75-4024-B512-0E00E4E46BC0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A0F7C-923A-E18D-5601-31D2D295C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82B73-70D8-7C06-7860-846CA753E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95A0-29F0-4831-A450-60C892DA6E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856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81ED1-AF6B-9475-569C-011B1F141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87D19-9618-2B53-4EC7-4AA8356DF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D445F-5661-7510-716F-F0AC22961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C32C-0A75-4024-B512-0E00E4E46BC0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CF2C-DB69-32E3-75B8-1891AA78D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A8604-85F2-4072-6628-D49185EF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95A0-29F0-4831-A450-60C892DA6E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6140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13065-FE4E-F67D-ED8A-BAF51A13D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5CFAE-F732-9E55-0A46-8D95FAA28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C7F8A-264A-A7F3-2470-244AD4D5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C32C-0A75-4024-B512-0E00E4E46BC0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5FF80-2DC0-9CE5-1FCA-453D288F2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1CDEC-6F85-5955-B76F-2997A5E3F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95A0-29F0-4831-A450-60C892DA6E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816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C118-8983-D247-410F-61BF79080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A05EF-44AB-C034-100B-92F1E1A11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19F51-4E58-59F6-7132-2F4A2059C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CCE9C-BA5C-F657-1A5C-DC5B53B5A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C32C-0A75-4024-B512-0E00E4E46BC0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CEDCD-38A7-0020-F31B-03A33226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E2324-16AE-D0A6-EF85-092AF57E2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95A0-29F0-4831-A450-60C892DA6E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87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5EEA7-5478-7C2A-ED15-843A1D4BF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A7588-FE64-0755-4AEE-9C5FAC080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77FB1-5527-13CE-09D5-C22C644D8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23BE39-E29E-D697-7E6F-0F86CA81AD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E5F30A-E78B-2D75-D715-123CB33D95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01585-B8FB-6F39-B1F2-EDFFADE94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C32C-0A75-4024-B512-0E00E4E46BC0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AAD27E-B89F-4D06-86BE-B1C20C598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54962-2214-A09C-166A-425C0D0F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95A0-29F0-4831-A450-60C892DA6E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762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2DEF-3C9D-47A2-B76C-A1559EB3B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374BA-6B37-D17D-09C1-936311733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C32C-0A75-4024-B512-0E00E4E46BC0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B9604D-1EB7-D982-673A-323EE40E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75D3A-68FC-B323-6B11-A2C68C929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95A0-29F0-4831-A450-60C892DA6E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9790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E69A1F-1FC6-2E5F-CE99-E49CC8BE8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C32C-0A75-4024-B512-0E00E4E46BC0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FFFA68-0A0B-C081-44E3-9E60B1AE7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60C86-98E0-5F0E-2F8A-A111F624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95A0-29F0-4831-A450-60C892DA6E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386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F01FB-A3A2-2950-77DA-12B1D8A44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77C38-A257-4A87-F2DD-2B19AB080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43570B-63E6-A351-C493-FADE18499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8E23A-5810-DA25-7B8B-A69CC6AE4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C32C-0A75-4024-B512-0E00E4E46BC0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53A6A-6487-368C-7974-063047FA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100B4-2378-F4C6-70C2-53C745836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95A0-29F0-4831-A450-60C892DA6E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828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020C2-6E61-75FF-65A1-B262ED9E6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4BFE3A-E356-7067-352B-2E15F8244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7EAEB-5559-9429-BFE8-283B52FCC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D5B7B-D55B-9EB6-D850-F442BAF7E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C32C-0A75-4024-B512-0E00E4E46BC0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4BEA6-88EC-01A5-5E89-82F0CDD5F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942FD-B6C1-13FB-178A-6BEDD1BA0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95A0-29F0-4831-A450-60C892DA6E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453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66996-EE84-C13F-9C3C-A327E9D95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2EFFAF-15E1-1BAA-4848-535DE6E4F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A1546-911A-16B6-A8DF-BE8850732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C32C-0A75-4024-B512-0E00E4E46BC0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C5326-1E19-144E-463B-59B47026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B1BE9-AA67-942D-1CB9-AB5F2B3B1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95A0-29F0-4831-A450-60C892DA6E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862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45E9E6-1B25-09AA-B775-309AD13F2D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EC1476-B2FF-9E5F-D9DB-55D0A31E3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8E216-140D-104A-27F2-ED628D6BC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C32C-0A75-4024-B512-0E00E4E46BC0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F06EA-26B7-4900-57A4-4D00A530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B7536-69D8-CF52-EFED-D0281539A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95A0-29F0-4831-A450-60C892DA6E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3835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9E61B8-F14A-D6AE-126A-7C17A30AA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3096B-38F7-93C0-3027-A1A880CC6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92A1C-5D01-C9E3-8D76-7403994DCA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9BC32C-0A75-4024-B512-0E00E4E46BC0}" type="datetimeFigureOut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72BBF-7219-D756-ABB4-96290653A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C151D-8BD9-684A-F797-358C01B2F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C995A0-29F0-4831-A450-60C892DA6E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884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E79AB8E-ED84-181D-E879-CFB25173A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08030"/>
            <a:ext cx="9144000" cy="4029964"/>
          </a:xfrm>
        </p:spPr>
        <p:txBody>
          <a:bodyPr>
            <a:normAutofit fontScale="90000"/>
          </a:bodyPr>
          <a:lstStyle/>
          <a:p>
            <a:r>
              <a:rPr lang="en-GB"/>
              <a:t>Python</a:t>
            </a:r>
            <a:br>
              <a:rPr lang="en-GB"/>
            </a:br>
            <a:r>
              <a:rPr lang="en-GB">
                <a:solidFill>
                  <a:srgbClr val="0070C0"/>
                </a:solidFill>
              </a:rPr>
              <a:t>Lua</a:t>
            </a:r>
            <a:br>
              <a:rPr lang="en-GB"/>
            </a:br>
            <a:r>
              <a:rPr lang="en-GB"/>
              <a:t>Java</a:t>
            </a:r>
            <a:br>
              <a:rPr lang="en-GB"/>
            </a:br>
            <a:r>
              <a:rPr lang="en-GB">
                <a:solidFill>
                  <a:srgbClr val="0070C0"/>
                </a:solidFill>
              </a:rPr>
              <a:t>JavaScript</a:t>
            </a:r>
            <a:br>
              <a:rPr lang="en-GB"/>
            </a:br>
            <a:r>
              <a:rPr lang="en-GB">
                <a:solidFill>
                  <a:srgbClr val="0070C0"/>
                </a:solidFill>
              </a:rPr>
              <a:t>Rust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3960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A6BE3-91F4-2360-0496-F073CE84C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5317"/>
          </a:xfrm>
        </p:spPr>
        <p:txBody>
          <a:bodyPr>
            <a:normAutofit fontScale="90000"/>
          </a:bodyPr>
          <a:lstStyle/>
          <a:p>
            <a:r>
              <a:rPr lang="en-GB"/>
              <a:t>Python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6A201-02E7-C458-ACD6-DD25E68C2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88" y="100400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sz="2000"/>
              <a:t>Python is a multi-paradigm language with both Object-oriented and structured</a:t>
            </a:r>
          </a:p>
          <a:p>
            <a:pPr marL="0" indent="0">
              <a:buNone/>
            </a:pPr>
            <a:r>
              <a:rPr lang="en-GB" sz="2000"/>
              <a:t>This example takes in a user input for the number and a symbol and prints out a triangle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F691AB-9910-85CF-2E63-BBD310C80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37" y="2234317"/>
            <a:ext cx="5562600" cy="33869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BC939E-0984-718B-0519-63D4176C1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176" y="2234317"/>
            <a:ext cx="2679336" cy="338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37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9A995-E87E-8A9A-7DBB-029E54631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EAE17-A7A8-1B18-F90F-43C88A39C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Java is also a multi-paradigm language but mainly known for object-oriented programming. It has also incorporated parts of functional and imperative.</a:t>
            </a:r>
          </a:p>
          <a:p>
            <a:endParaRPr lang="en-GB"/>
          </a:p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C2F09A-4F66-AD5B-860C-7DEDFFBAF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96818"/>
            <a:ext cx="4191585" cy="3096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94CC1A-99B8-9CDC-9A38-53C230981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620" y="3406265"/>
            <a:ext cx="2688613" cy="31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679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0257F-07D0-E231-04F6-3C4CEDE66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715992"/>
          </a:xfrm>
        </p:spPr>
        <p:txBody>
          <a:bodyPr/>
          <a:lstStyle/>
          <a:p>
            <a:r>
              <a:rPr lang="en-GB" dirty="0"/>
              <a:t>JavaScript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1607C-CDAA-67A5-FE66-815822DE9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06106"/>
            <a:ext cx="4474084" cy="4462882"/>
          </a:xfrm>
        </p:spPr>
        <p:txBody>
          <a:bodyPr>
            <a:normAutofit/>
          </a:bodyPr>
          <a:lstStyle/>
          <a:p>
            <a:r>
              <a:rPr lang="en-GB" sz="2800" dirty="0"/>
              <a:t>The example Java script checks for a local storage variable “</a:t>
            </a:r>
            <a:r>
              <a:rPr lang="en-GB" sz="2800" dirty="0" err="1"/>
              <a:t>darkmode</a:t>
            </a:r>
            <a:r>
              <a:rPr lang="en-GB" sz="2800" dirty="0"/>
              <a:t>”, if true it sets the pages body to a shade of black when the body loads.</a:t>
            </a:r>
          </a:p>
          <a:p>
            <a:endParaRPr lang="en-GB" sz="2800" dirty="0"/>
          </a:p>
          <a:p>
            <a:r>
              <a:rPr lang="en-GB" sz="2800" dirty="0"/>
              <a:t>While JS can do OOP this example uses procedural programming.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86DA69-D970-AFC7-BD05-98E8773A6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847" y="1406106"/>
            <a:ext cx="6558429" cy="271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173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49749-CB5C-A2B5-92A1-188123EC5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B78B5-BD8F-0AC3-55F5-547B579A6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541712" cy="715992"/>
          </a:xfrm>
        </p:spPr>
        <p:txBody>
          <a:bodyPr/>
          <a:lstStyle/>
          <a:p>
            <a:r>
              <a:rPr lang="en-GB" dirty="0"/>
              <a:t>Rust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2D5FA-2A08-6453-5A67-CB6A1E2CC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06106"/>
            <a:ext cx="4474084" cy="4462882"/>
          </a:xfrm>
        </p:spPr>
        <p:txBody>
          <a:bodyPr>
            <a:normAutofit/>
          </a:bodyPr>
          <a:lstStyle/>
          <a:p>
            <a:r>
              <a:rPr lang="en-GB" sz="2800" dirty="0"/>
              <a:t>This is a rust function that reads your input and calls a licence generation function based on your input.</a:t>
            </a:r>
          </a:p>
          <a:p>
            <a:endParaRPr lang="en-GB" sz="2800" dirty="0"/>
          </a:p>
          <a:p>
            <a:r>
              <a:rPr lang="en-GB" sz="2800" dirty="0"/>
              <a:t>This example uses procedural programming.</a:t>
            </a:r>
          </a:p>
          <a:p>
            <a:endParaRPr lang="en-GB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FC9108-1029-F500-E722-FB987444C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019" y="1137443"/>
            <a:ext cx="6316726" cy="4583113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CF82444-4F36-8F2C-1C6A-6BB13B54EB95}"/>
              </a:ext>
            </a:extLst>
          </p:cNvPr>
          <p:cNvSpPr txBox="1">
            <a:spLocks/>
          </p:cNvSpPr>
          <p:nvPr/>
        </p:nvSpPr>
        <p:spPr>
          <a:xfrm>
            <a:off x="992188" y="1558506"/>
            <a:ext cx="4474084" cy="4462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534523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44DC0-4081-A6FB-DBCD-7C2F1D177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04111-E075-A9F8-650A-2CC427F3E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541712" cy="715992"/>
          </a:xfrm>
        </p:spPr>
        <p:txBody>
          <a:bodyPr/>
          <a:lstStyle/>
          <a:p>
            <a:r>
              <a:rPr lang="en-GB" dirty="0"/>
              <a:t>Lua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6509F-2B81-0BDE-FD5D-B494F9D81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06106"/>
            <a:ext cx="4474084" cy="4462882"/>
          </a:xfrm>
        </p:spPr>
        <p:txBody>
          <a:bodyPr>
            <a:normAutofit/>
          </a:bodyPr>
          <a:lstStyle/>
          <a:p>
            <a:r>
              <a:rPr lang="en-GB" sz="2800" dirty="0"/>
              <a:t>This a simple function that returns your string with </a:t>
            </a:r>
            <a:r>
              <a:rPr lang="en-GB" sz="2800" dirty="0" err="1"/>
              <a:t>xyz</a:t>
            </a:r>
            <a:r>
              <a:rPr lang="en-GB" sz="2800" dirty="0"/>
              <a:t> and </a:t>
            </a:r>
            <a:r>
              <a:rPr lang="en-GB" sz="2800" dirty="0" err="1"/>
              <a:t>zyx</a:t>
            </a:r>
            <a:r>
              <a:rPr lang="en-GB" sz="2800" dirty="0"/>
              <a:t> on the side of it. After which is a print which calls it with a hello world string.</a:t>
            </a:r>
          </a:p>
          <a:p>
            <a:endParaRPr lang="en-GB" sz="2800" dirty="0"/>
          </a:p>
          <a:p>
            <a:r>
              <a:rPr lang="en-GB" sz="2800" dirty="0"/>
              <a:t>This example uses procedural programming.</a:t>
            </a:r>
          </a:p>
          <a:p>
            <a:endParaRPr lang="en-GB" sz="2800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2DD9494-2E5A-35A9-DB05-D55210157747}"/>
              </a:ext>
            </a:extLst>
          </p:cNvPr>
          <p:cNvSpPr txBox="1">
            <a:spLocks/>
          </p:cNvSpPr>
          <p:nvPr/>
        </p:nvSpPr>
        <p:spPr>
          <a:xfrm>
            <a:off x="992188" y="1558506"/>
            <a:ext cx="4474084" cy="4462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B585BA-9878-6211-0145-FE150409D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13721"/>
            <a:ext cx="5701910" cy="2023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50C001-54AC-239C-9EA1-51E7ACF2A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947605"/>
            <a:ext cx="5701910" cy="73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58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170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Python Lua Java JavaScript Rust</vt:lpstr>
      <vt:lpstr>Python</vt:lpstr>
      <vt:lpstr>Java</vt:lpstr>
      <vt:lpstr>JavaScript</vt:lpstr>
      <vt:lpstr>Rust</vt:lpstr>
      <vt:lpstr>Lua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Greenwood, Alex</dc:creator>
  <cp:lastModifiedBy>Eastwood, Connor</cp:lastModifiedBy>
  <cp:revision>2</cp:revision>
  <dcterms:created xsi:type="dcterms:W3CDTF">2025-09-16T14:54:19Z</dcterms:created>
  <dcterms:modified xsi:type="dcterms:W3CDTF">2025-09-16T15:35:09Z</dcterms:modified>
</cp:coreProperties>
</file>